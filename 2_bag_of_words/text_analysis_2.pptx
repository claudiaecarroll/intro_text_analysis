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94" r:id="rId4"/>
    <p:sldId id="298" r:id="rId5"/>
    <p:sldId id="295" r:id="rId6"/>
    <p:sldId id="299" r:id="rId7"/>
    <p:sldId id="296" r:id="rId8"/>
    <p:sldId id="297" r:id="rId9"/>
    <p:sldId id="29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B0B"/>
    <a:srgbClr val="C41039"/>
    <a:srgbClr val="A51417"/>
    <a:srgbClr val="6C7373"/>
    <a:srgbClr val="E1E1E1"/>
    <a:srgbClr val="566568"/>
    <a:srgbClr val="69787B"/>
    <a:srgbClr val="69780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F8CF37-AB39-3D42-8BD7-AD87836F0694}" v="5" dt="2025-11-03T03:03:09.688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25" autoAdjust="0"/>
    <p:restoredTop sz="94669"/>
  </p:normalViewPr>
  <p:slideViewPr>
    <p:cSldViewPr snapToGrid="0" snapToObjects="1">
      <p:cViewPr varScale="1">
        <p:scale>
          <a:sx n="109" d="100"/>
          <a:sy n="109" d="100"/>
        </p:scale>
        <p:origin x="21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oll, Claudia" userId="5513adb2-3315-47c6-853b-61e74126e783" providerId="ADAL" clId="{FDB037B5-BC6E-529D-920A-0733451977A9}"/>
    <pc:docChg chg="custSel addSld delSld modSld sldOrd">
      <pc:chgData name="Carroll, Claudia" userId="5513adb2-3315-47c6-853b-61e74126e783" providerId="ADAL" clId="{FDB037B5-BC6E-529D-920A-0733451977A9}" dt="2025-11-03T03:03:21.848" v="361" actId="20578"/>
      <pc:docMkLst>
        <pc:docMk/>
      </pc:docMkLst>
      <pc:sldChg chg="del">
        <pc:chgData name="Carroll, Claudia" userId="5513adb2-3315-47c6-853b-61e74126e783" providerId="ADAL" clId="{FDB037B5-BC6E-529D-920A-0733451977A9}" dt="2025-11-03T02:57:54.610" v="49" actId="2696"/>
        <pc:sldMkLst>
          <pc:docMk/>
          <pc:sldMk cId="2077495510" sldId="267"/>
        </pc:sldMkLst>
      </pc:sldChg>
      <pc:sldChg chg="modSp mod">
        <pc:chgData name="Carroll, Claudia" userId="5513adb2-3315-47c6-853b-61e74126e783" providerId="ADAL" clId="{FDB037B5-BC6E-529D-920A-0733451977A9}" dt="2025-11-03T02:57:48.228" v="47" actId="20577"/>
        <pc:sldMkLst>
          <pc:docMk/>
          <pc:sldMk cId="3839357258" sldId="268"/>
        </pc:sldMkLst>
        <pc:spChg chg="mod">
          <ac:chgData name="Carroll, Claudia" userId="5513adb2-3315-47c6-853b-61e74126e783" providerId="ADAL" clId="{FDB037B5-BC6E-529D-920A-0733451977A9}" dt="2025-11-03T02:57:48.228" v="47" actId="20577"/>
          <ac:spMkLst>
            <pc:docMk/>
            <pc:sldMk cId="3839357258" sldId="268"/>
            <ac:spMk id="3" creationId="{13B6A96C-8D86-7F21-3DA5-4A818CE6C4D6}"/>
          </ac:spMkLst>
        </pc:spChg>
      </pc:sldChg>
      <pc:sldChg chg="del">
        <pc:chgData name="Carroll, Claudia" userId="5513adb2-3315-47c6-853b-61e74126e783" providerId="ADAL" clId="{FDB037B5-BC6E-529D-920A-0733451977A9}" dt="2025-11-03T02:57:56.001" v="50" actId="2696"/>
        <pc:sldMkLst>
          <pc:docMk/>
          <pc:sldMk cId="4155761544" sldId="287"/>
        </pc:sldMkLst>
      </pc:sldChg>
      <pc:sldChg chg="addSp delSp modSp del mod">
        <pc:chgData name="Carroll, Claudia" userId="5513adb2-3315-47c6-853b-61e74126e783" providerId="ADAL" clId="{FDB037B5-BC6E-529D-920A-0733451977A9}" dt="2025-11-03T02:58:22.281" v="67" actId="2696"/>
        <pc:sldMkLst>
          <pc:docMk/>
          <pc:sldMk cId="1781419879" sldId="288"/>
        </pc:sldMkLst>
        <pc:spChg chg="del mod">
          <ac:chgData name="Carroll, Claudia" userId="5513adb2-3315-47c6-853b-61e74126e783" providerId="ADAL" clId="{FDB037B5-BC6E-529D-920A-0733451977A9}" dt="2025-11-03T02:58:03.119" v="59" actId="478"/>
          <ac:spMkLst>
            <pc:docMk/>
            <pc:sldMk cId="1781419879" sldId="288"/>
            <ac:spMk id="3" creationId="{646F60EF-105A-0A4B-A926-D22C5F32B16B}"/>
          </ac:spMkLst>
        </pc:spChg>
        <pc:spChg chg="add mod">
          <ac:chgData name="Carroll, Claudia" userId="5513adb2-3315-47c6-853b-61e74126e783" providerId="ADAL" clId="{FDB037B5-BC6E-529D-920A-0733451977A9}" dt="2025-11-03T02:58:03.145" v="60" actId="27636"/>
          <ac:spMkLst>
            <pc:docMk/>
            <pc:sldMk cId="1781419879" sldId="288"/>
            <ac:spMk id="5" creationId="{47D8E825-7CF6-D6CB-9820-17E77E196854}"/>
          </ac:spMkLst>
        </pc:spChg>
      </pc:sldChg>
      <pc:sldChg chg="del">
        <pc:chgData name="Carroll, Claudia" userId="5513adb2-3315-47c6-853b-61e74126e783" providerId="ADAL" clId="{FDB037B5-BC6E-529D-920A-0733451977A9}" dt="2025-11-03T02:58:07.352" v="61" actId="2696"/>
        <pc:sldMkLst>
          <pc:docMk/>
          <pc:sldMk cId="1233050541" sldId="289"/>
        </pc:sldMkLst>
      </pc:sldChg>
      <pc:sldChg chg="del">
        <pc:chgData name="Carroll, Claudia" userId="5513adb2-3315-47c6-853b-61e74126e783" providerId="ADAL" clId="{FDB037B5-BC6E-529D-920A-0733451977A9}" dt="2025-11-03T02:57:56.522" v="51" actId="2696"/>
        <pc:sldMkLst>
          <pc:docMk/>
          <pc:sldMk cId="2620043797" sldId="290"/>
        </pc:sldMkLst>
      </pc:sldChg>
      <pc:sldChg chg="del">
        <pc:chgData name="Carroll, Claudia" userId="5513adb2-3315-47c6-853b-61e74126e783" providerId="ADAL" clId="{FDB037B5-BC6E-529D-920A-0733451977A9}" dt="2025-11-03T02:58:07.690" v="62" actId="2696"/>
        <pc:sldMkLst>
          <pc:docMk/>
          <pc:sldMk cId="1830920682" sldId="291"/>
        </pc:sldMkLst>
      </pc:sldChg>
      <pc:sldChg chg="del">
        <pc:chgData name="Carroll, Claudia" userId="5513adb2-3315-47c6-853b-61e74126e783" providerId="ADAL" clId="{FDB037B5-BC6E-529D-920A-0733451977A9}" dt="2025-11-03T02:57:52.118" v="48" actId="2696"/>
        <pc:sldMkLst>
          <pc:docMk/>
          <pc:sldMk cId="2137234113" sldId="292"/>
        </pc:sldMkLst>
      </pc:sldChg>
      <pc:sldChg chg="ord">
        <pc:chgData name="Carroll, Claudia" userId="5513adb2-3315-47c6-853b-61e74126e783" providerId="ADAL" clId="{FDB037B5-BC6E-529D-920A-0733451977A9}" dt="2025-11-03T02:58:09.803" v="63" actId="20578"/>
        <pc:sldMkLst>
          <pc:docMk/>
          <pc:sldMk cId="739309560" sldId="294"/>
        </pc:sldMkLst>
      </pc:sldChg>
      <pc:sldChg chg="ord">
        <pc:chgData name="Carroll, Claudia" userId="5513adb2-3315-47c6-853b-61e74126e783" providerId="ADAL" clId="{FDB037B5-BC6E-529D-920A-0733451977A9}" dt="2025-11-03T02:58:15.350" v="65" actId="20578"/>
        <pc:sldMkLst>
          <pc:docMk/>
          <pc:sldMk cId="2035710617" sldId="295"/>
        </pc:sldMkLst>
      </pc:sldChg>
      <pc:sldChg chg="ord">
        <pc:chgData name="Carroll, Claudia" userId="5513adb2-3315-47c6-853b-61e74126e783" providerId="ADAL" clId="{FDB037B5-BC6E-529D-920A-0733451977A9}" dt="2025-11-03T02:58:11.589" v="64" actId="20578"/>
        <pc:sldMkLst>
          <pc:docMk/>
          <pc:sldMk cId="3121874908" sldId="296"/>
        </pc:sldMkLst>
      </pc:sldChg>
      <pc:sldChg chg="modSp mod ord">
        <pc:chgData name="Carroll, Claudia" userId="5513adb2-3315-47c6-853b-61e74126e783" providerId="ADAL" clId="{FDB037B5-BC6E-529D-920A-0733451977A9}" dt="2025-11-03T03:01:16.769" v="353" actId="1076"/>
        <pc:sldMkLst>
          <pc:docMk/>
          <pc:sldMk cId="1655639563" sldId="297"/>
        </pc:sldMkLst>
        <pc:spChg chg="mod">
          <ac:chgData name="Carroll, Claudia" userId="5513adb2-3315-47c6-853b-61e74126e783" providerId="ADAL" clId="{FDB037B5-BC6E-529D-920A-0733451977A9}" dt="2025-11-03T03:01:16.769" v="353" actId="1076"/>
          <ac:spMkLst>
            <pc:docMk/>
            <pc:sldMk cId="1655639563" sldId="297"/>
            <ac:spMk id="3" creationId="{F7178E6A-6E93-F750-D464-9F835C99B586}"/>
          </ac:spMkLst>
        </pc:spChg>
        <pc:spChg chg="mod">
          <ac:chgData name="Carroll, Claudia" userId="5513adb2-3315-47c6-853b-61e74126e783" providerId="ADAL" clId="{FDB037B5-BC6E-529D-920A-0733451977A9}" dt="2025-11-03T02:59:44.923" v="81" actId="20577"/>
          <ac:spMkLst>
            <pc:docMk/>
            <pc:sldMk cId="1655639563" sldId="297"/>
            <ac:spMk id="5" creationId="{3E31FA65-2589-9719-9B07-6C4CC04958A0}"/>
          </ac:spMkLst>
        </pc:spChg>
      </pc:sldChg>
      <pc:sldChg chg="del">
        <pc:chgData name="Carroll, Claudia" userId="5513adb2-3315-47c6-853b-61e74126e783" providerId="ADAL" clId="{FDB037B5-BC6E-529D-920A-0733451977A9}" dt="2025-11-03T02:58:23.938" v="68" actId="2696"/>
        <pc:sldMkLst>
          <pc:docMk/>
          <pc:sldMk cId="985417766" sldId="298"/>
        </pc:sldMkLst>
      </pc:sldChg>
      <pc:sldChg chg="addSp delSp modSp add mod">
        <pc:chgData name="Carroll, Claudia" userId="5513adb2-3315-47c6-853b-61e74126e783" providerId="ADAL" clId="{FDB037B5-BC6E-529D-920A-0733451977A9}" dt="2025-11-03T02:59:27.418" v="75" actId="1076"/>
        <pc:sldMkLst>
          <pc:docMk/>
          <pc:sldMk cId="1090698699" sldId="298"/>
        </pc:sldMkLst>
        <pc:spChg chg="add del mod">
          <ac:chgData name="Carroll, Claudia" userId="5513adb2-3315-47c6-853b-61e74126e783" providerId="ADAL" clId="{FDB037B5-BC6E-529D-920A-0733451977A9}" dt="2025-11-03T02:59:18.925" v="71" actId="478"/>
          <ac:spMkLst>
            <pc:docMk/>
            <pc:sldMk cId="1090698699" sldId="298"/>
            <ac:spMk id="5" creationId="{99F1BC65-9DF9-3821-087D-54673D98962A}"/>
          </ac:spMkLst>
        </pc:spChg>
        <pc:spChg chg="del">
          <ac:chgData name="Carroll, Claudia" userId="5513adb2-3315-47c6-853b-61e74126e783" providerId="ADAL" clId="{FDB037B5-BC6E-529D-920A-0733451977A9}" dt="2025-11-03T02:59:22.104" v="72" actId="478"/>
          <ac:spMkLst>
            <pc:docMk/>
            <pc:sldMk cId="1090698699" sldId="298"/>
            <ac:spMk id="7" creationId="{C249399C-D2A3-481F-7B24-2804C6E1A8F4}"/>
          </ac:spMkLst>
        </pc:spChg>
        <pc:graphicFrameChg chg="del">
          <ac:chgData name="Carroll, Claudia" userId="5513adb2-3315-47c6-853b-61e74126e783" providerId="ADAL" clId="{FDB037B5-BC6E-529D-920A-0733451977A9}" dt="2025-11-03T02:59:15.828" v="70" actId="478"/>
          <ac:graphicFrameMkLst>
            <pc:docMk/>
            <pc:sldMk cId="1090698699" sldId="298"/>
            <ac:graphicFrameMk id="4" creationId="{DE860761-4123-E35A-A669-316F50FD3797}"/>
          </ac:graphicFrameMkLst>
        </pc:graphicFrameChg>
        <pc:picChg chg="add mod">
          <ac:chgData name="Carroll, Claudia" userId="5513adb2-3315-47c6-853b-61e74126e783" providerId="ADAL" clId="{FDB037B5-BC6E-529D-920A-0733451977A9}" dt="2025-11-03T02:59:27.418" v="75" actId="1076"/>
          <ac:picMkLst>
            <pc:docMk/>
            <pc:sldMk cId="1090698699" sldId="298"/>
            <ac:picMk id="1026" creationId="{0C2BF2A6-DB2C-BED6-BE6A-207E28E96939}"/>
          </ac:picMkLst>
        </pc:picChg>
      </pc:sldChg>
      <pc:sldChg chg="addSp delSp modSp add mod ord">
        <pc:chgData name="Carroll, Claudia" userId="5513adb2-3315-47c6-853b-61e74126e783" providerId="ADAL" clId="{FDB037B5-BC6E-529D-920A-0733451977A9}" dt="2025-11-03T03:03:21.848" v="361" actId="20578"/>
        <pc:sldMkLst>
          <pc:docMk/>
          <pc:sldMk cId="3780415026" sldId="299"/>
        </pc:sldMkLst>
        <pc:spChg chg="add del mod">
          <ac:chgData name="Carroll, Claudia" userId="5513adb2-3315-47c6-853b-61e74126e783" providerId="ADAL" clId="{FDB037B5-BC6E-529D-920A-0733451977A9}" dt="2025-11-03T03:03:00.655" v="356" actId="478"/>
          <ac:spMkLst>
            <pc:docMk/>
            <pc:sldMk cId="3780415026" sldId="299"/>
            <ac:spMk id="4" creationId="{F973F42B-328E-44BD-1043-492066A15D2D}"/>
          </ac:spMkLst>
        </pc:spChg>
        <pc:spChg chg="del">
          <ac:chgData name="Carroll, Claudia" userId="5513adb2-3315-47c6-853b-61e74126e783" providerId="ADAL" clId="{FDB037B5-BC6E-529D-920A-0733451977A9}" dt="2025-11-03T03:02:58.314" v="355" actId="478"/>
          <ac:spMkLst>
            <pc:docMk/>
            <pc:sldMk cId="3780415026" sldId="299"/>
            <ac:spMk id="5" creationId="{41695123-3A20-BA3D-9EB0-381BF4A8822B}"/>
          </ac:spMkLst>
        </pc:spChg>
        <pc:picChg chg="add mod">
          <ac:chgData name="Carroll, Claudia" userId="5513adb2-3315-47c6-853b-61e74126e783" providerId="ADAL" clId="{FDB037B5-BC6E-529D-920A-0733451977A9}" dt="2025-11-03T03:03:11.673" v="360" actId="1076"/>
          <ac:picMkLst>
            <pc:docMk/>
            <pc:sldMk cId="3780415026" sldId="299"/>
            <ac:picMk id="7" creationId="{DDC248A4-B565-0B12-F9CD-AE227B9B7D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733" y="2253751"/>
            <a:ext cx="4987877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733" y="3596777"/>
            <a:ext cx="4987877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8" y="5851976"/>
            <a:ext cx="3608228" cy="5636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5654452" y="436622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5654452" y="436622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733" y="2253751"/>
            <a:ext cx="4987877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733" y="3596777"/>
            <a:ext cx="4987877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8" y="5851976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472" y="43744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202" y="437444"/>
            <a:ext cx="7237465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889" y="1600200"/>
            <a:ext cx="8142111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472" y="43744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>
                <a:cs typeface="Calibri Light"/>
              </a:rPr>
              <a:t>Text Analysis with Python</a:t>
            </a:r>
            <a:br>
              <a:rPr lang="en-US" sz="3200" dirty="0">
                <a:cs typeface="Calibri Light"/>
              </a:rPr>
            </a:br>
            <a:r>
              <a:rPr lang="en-US" sz="3200" dirty="0">
                <a:cs typeface="Calibri Light"/>
              </a:rPr>
              <a:t>Session 2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68580" tIns="34290" rIns="68580" bIns="34290" rtlCol="0" anchor="t">
            <a:noAutofit/>
          </a:bodyPr>
          <a:lstStyle/>
          <a:p>
            <a:endParaRPr lang="en-US" sz="2400" dirty="0">
              <a:cs typeface="Calibri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TRIADS Workshop Fall 2024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Claudia Carroll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E442-5BD2-C7E7-D487-182D2EC0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0000"/>
                </a:solidFill>
                <a:cs typeface="Calibri Light"/>
              </a:rPr>
              <a:t>Today's Lesson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6A96C-8D86-7F21-3DA5-4A818CE6C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89" y="1600200"/>
            <a:ext cx="8370711" cy="4778022"/>
          </a:xfrm>
        </p:spPr>
        <p:txBody>
          <a:bodyPr vert="horz" lIns="68580" tIns="34290" rIns="68580" bIns="34290" rtlCol="0" anchor="t">
            <a:normAutofit/>
          </a:bodyPr>
          <a:lstStyle/>
          <a:p>
            <a:pPr marL="385445" indent="-385445">
              <a:buAutoNum type="arabicPeriod"/>
            </a:pPr>
            <a:endParaRPr lang="en-US" sz="3200" dirty="0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 marL="1036638" indent="-3730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Sentiment Analysis</a:t>
            </a:r>
          </a:p>
          <a:p>
            <a:pPr marL="1036638" indent="-3730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Part of Speech Tagging</a:t>
            </a:r>
          </a:p>
          <a:p>
            <a:pPr marL="1036638" indent="-373063">
              <a:buAutoNum type="arabicPeriod"/>
            </a:pPr>
            <a:r>
              <a:rPr lang="en-US" sz="3200" dirty="0">
                <a:solidFill>
                  <a:schemeClr val="tx1"/>
                </a:solidFill>
                <a:latin typeface="Times New Roman"/>
                <a:cs typeface="Calibri" panose="020F0502020204030204"/>
              </a:rPr>
              <a:t>Named Entity Recognition</a:t>
            </a:r>
          </a:p>
          <a:p>
            <a:pPr marL="1036638" indent="-373063">
              <a:buAutoNum type="arabicPeriod"/>
            </a:pPr>
            <a:endParaRPr lang="en-US" sz="3200" dirty="0">
              <a:solidFill>
                <a:schemeClr val="tx1"/>
              </a:solidFill>
              <a:latin typeface="Times New Roman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Arial"/>
              </a:rPr>
              <a:t>https://github.com/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Arial"/>
              </a:rPr>
              <a:t>ClaudiaECarroll</a:t>
            </a:r>
            <a:r>
              <a:rPr lang="en-US" dirty="0">
                <a:solidFill>
                  <a:schemeClr val="tx1"/>
                </a:solidFill>
                <a:latin typeface="Times New Roman"/>
                <a:cs typeface="Arial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Arial"/>
              </a:rPr>
              <a:t>intro_text_analysis</a:t>
            </a:r>
            <a:endParaRPr lang="en-US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93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F252-DB95-99CF-0556-3BEE5875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3FEE-AF06-33C7-566A-61017DCF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Part of Speech Tagging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CD8ECF-2C95-84F4-F20A-BBBBCE9ED8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025980"/>
              </p:ext>
            </p:extLst>
          </p:nvPr>
        </p:nvGraphicFramePr>
        <p:xfrm>
          <a:off x="493713" y="1600200"/>
          <a:ext cx="814228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095">
                  <a:extLst>
                    <a:ext uri="{9D8B030D-6E8A-4147-A177-3AD203B41FA5}">
                      <a16:colId xmlns:a16="http://schemas.microsoft.com/office/drawing/2014/main" val="1892528172"/>
                    </a:ext>
                  </a:extLst>
                </a:gridCol>
                <a:gridCol w="1739330">
                  <a:extLst>
                    <a:ext uri="{9D8B030D-6E8A-4147-A177-3AD203B41FA5}">
                      <a16:colId xmlns:a16="http://schemas.microsoft.com/office/drawing/2014/main" val="577376834"/>
                    </a:ext>
                  </a:extLst>
                </a:gridCol>
                <a:gridCol w="3688860">
                  <a:extLst>
                    <a:ext uri="{9D8B030D-6E8A-4147-A177-3AD203B41FA5}">
                      <a16:colId xmlns:a16="http://schemas.microsoft.com/office/drawing/2014/main" val="975801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Part-of-Speech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97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Paris, Anne, apple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61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Run, sit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713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Adjective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Red, fast, honest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645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205295-4F00-5355-3972-086A8742A52C}"/>
              </a:ext>
            </a:extLst>
          </p:cNvPr>
          <p:cNvSpPr txBox="1"/>
          <p:nvPr/>
        </p:nvSpPr>
        <p:spPr>
          <a:xfrm>
            <a:off x="467202" y="4242583"/>
            <a:ext cx="8266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cs.nyu.edu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/~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grishman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/jet/guide/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PennPOS.html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30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E5940-C138-FD43-2821-101A74DF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9989C-AAC7-E35E-9C52-641637E9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Part of Speech Tagging</a:t>
            </a:r>
          </a:p>
        </p:txBody>
      </p:sp>
      <p:pic>
        <p:nvPicPr>
          <p:cNvPr id="1026" name="Picture 2" descr="POS(Parts-Of-Speech) Tagging in NLP - GeeksforGeeks">
            <a:extLst>
              <a:ext uri="{FF2B5EF4-FFF2-40B4-BE49-F238E27FC236}">
                <a16:creationId xmlns:a16="http://schemas.microsoft.com/office/drawing/2014/main" id="{0C2BF2A6-DB2C-BED6-BE6A-207E28E96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05" y="1723292"/>
            <a:ext cx="7889630" cy="394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69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BF635-D67F-0A18-1F01-A5AB4855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0EC5-0019-A58B-259E-1FE25E0F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Uses of </a:t>
            </a:r>
            <a:r>
              <a:rPr lang="en-US" b="1" dirty="0" err="1">
                <a:solidFill>
                  <a:srgbClr val="000000"/>
                </a:solidFill>
                <a:latin typeface="Times New Roman"/>
                <a:cs typeface="Calibri Light"/>
              </a:rPr>
              <a:t>PoS</a:t>
            </a:r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 Tagging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3766F5-2C55-A5E9-F6C1-E761013D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02" y="2107808"/>
            <a:ext cx="8142111" cy="264238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Co-reference Resolution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Sense Disambiguation (e.g. “reflection”)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Authorship Attribution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(e.g. “the White House”)</a:t>
            </a:r>
          </a:p>
        </p:txBody>
      </p:sp>
    </p:spTree>
    <p:extLst>
      <p:ext uri="{BB962C8B-B14F-4D97-AF65-F5344CB8AC3E}">
        <p14:creationId xmlns:p14="http://schemas.microsoft.com/office/powerpoint/2010/main" val="203571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E68DC-7581-30A8-21E4-FE61CC72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DDC7-CEE2-0C58-821F-F3401E5B8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Named Entity Recognition (NER)</a:t>
            </a:r>
          </a:p>
        </p:txBody>
      </p:sp>
      <p:pic>
        <p:nvPicPr>
          <p:cNvPr id="7" name="Picture 6" descr="A diagram of different words&#10;&#10;AI-generated content may be incorrect.">
            <a:extLst>
              <a:ext uri="{FF2B5EF4-FFF2-40B4-BE49-F238E27FC236}">
                <a16:creationId xmlns:a16="http://schemas.microsoft.com/office/drawing/2014/main" id="{DDC248A4-B565-0B12-F9CD-AE227B9B7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3" y="2450981"/>
            <a:ext cx="7772400" cy="19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1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E9C2-CCF3-C00C-1424-9D6F2BA3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E288-2B1D-42F9-75D1-2E1287B2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Named Entity Recognition (NER)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20BBD4-E6BE-CB96-A882-4D2FF02DF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02" y="2107808"/>
            <a:ext cx="8142111" cy="412886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extraction of named entities (people, places etc.) from text data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from nouns (e.g. the park vs. Central Park)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modeling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analysis!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Disambiguation (e.g. The White House)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874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18B7-AEC7-AA2D-09B5-D21E5E76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7E2-A490-F633-6502-628095ED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  <a:cs typeface="Calibri Light"/>
              </a:rPr>
              <a:t>NER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31FA65-2589-9719-9B07-6C4CC0495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02" y="1697500"/>
            <a:ext cx="8142111" cy="41288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Stanford NER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BookNLP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178E6A-6E93-F750-D464-9F835C99B586}"/>
              </a:ext>
            </a:extLst>
          </p:cNvPr>
          <p:cNvSpPr txBox="1"/>
          <p:nvPr/>
        </p:nvSpPr>
        <p:spPr>
          <a:xfrm>
            <a:off x="4658636" y="2040717"/>
            <a:ext cx="39506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an NER model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training data similar to your data?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unusual is your text?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computational resources do you have available to you?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accuracy rates do you need?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C91FC54-9CD3-7EAB-5117-AC111FBAB46D}"/>
              </a:ext>
            </a:extLst>
          </p:cNvPr>
          <p:cNvSpPr/>
          <p:nvPr/>
        </p:nvSpPr>
        <p:spPr>
          <a:xfrm>
            <a:off x="3188677" y="3552202"/>
            <a:ext cx="1031631" cy="6094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39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DED8-05E7-4F93-0BA5-E76DB3BBD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23B7-C481-BEC4-92FB-06C1C15913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Demo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E7ED0-D295-4E02-EA71-A5612AE63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68580" tIns="34290" rIns="68580" bIns="34290" rtlCol="0" anchor="t">
            <a:normAutofit fontScale="55000" lnSpcReduction="20000"/>
          </a:bodyPr>
          <a:lstStyle/>
          <a:p>
            <a:r>
              <a:rPr lang="en-US" dirty="0">
                <a:latin typeface="Times New Roman"/>
              </a:rPr>
              <a:t>Part-of-Speech Tagging and Named Entity Recognition</a:t>
            </a:r>
          </a:p>
        </p:txBody>
      </p:sp>
    </p:spTree>
    <p:extLst>
      <p:ext uri="{BB962C8B-B14F-4D97-AF65-F5344CB8AC3E}">
        <p14:creationId xmlns:p14="http://schemas.microsoft.com/office/powerpoint/2010/main" val="342528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234</Words>
  <Application>Microsoft Macintosh PowerPoint</Application>
  <PresentationFormat>On-screen Show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Rockwell</vt:lpstr>
      <vt:lpstr>Times New Roman</vt:lpstr>
      <vt:lpstr>Office Theme</vt:lpstr>
      <vt:lpstr>Text Analysis with Python Session 2</vt:lpstr>
      <vt:lpstr>Today's Lesson</vt:lpstr>
      <vt:lpstr>Part of Speech Tagging</vt:lpstr>
      <vt:lpstr>Part of Speech Tagging</vt:lpstr>
      <vt:lpstr>Uses of PoS Tagging</vt:lpstr>
      <vt:lpstr>Named Entity Recognition (NER)</vt:lpstr>
      <vt:lpstr>Named Entity Recognition (NER)</vt:lpstr>
      <vt:lpstr>NER Models</vt:lpstr>
      <vt:lpstr>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Carroll, Claudia</cp:lastModifiedBy>
  <cp:revision>303</cp:revision>
  <dcterms:created xsi:type="dcterms:W3CDTF">2013-07-09T17:46:55Z</dcterms:created>
  <dcterms:modified xsi:type="dcterms:W3CDTF">2025-11-03T03:03:26Z</dcterms:modified>
</cp:coreProperties>
</file>